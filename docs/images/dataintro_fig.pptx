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59" r:id="rId6"/>
    <p:sldId id="258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0" autoAdjust="0"/>
    <p:restoredTop sz="94660"/>
  </p:normalViewPr>
  <p:slideViewPr>
    <p:cSldViewPr snapToGrid="0">
      <p:cViewPr varScale="1">
        <p:scale>
          <a:sx n="57" d="100"/>
          <a:sy n="57" d="100"/>
        </p:scale>
        <p:origin x="90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68932" y="553763"/>
            <a:ext cx="9144000" cy="3130735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1200"/>
              </a:spcBef>
              <a:defRPr sz="48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69572" y="3684498"/>
            <a:ext cx="9144000" cy="2602007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39306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4600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90282" y="860618"/>
            <a:ext cx="10657169" cy="3701863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90282" y="4589469"/>
            <a:ext cx="10657169" cy="1500187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444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8" y="1203558"/>
            <a:ext cx="5190603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3" y="1203558"/>
            <a:ext cx="5190597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68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134838"/>
            <a:ext cx="5174399" cy="856910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88400" y="1134837"/>
            <a:ext cx="5174399" cy="856911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829200" y="2032571"/>
            <a:ext cx="5161070" cy="425393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6188400" y="2032571"/>
            <a:ext cx="5174399" cy="425392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4038600" y="6286506"/>
            <a:ext cx="4114800" cy="4349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829196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6172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6172197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64801" y="6286506"/>
            <a:ext cx="1177472" cy="434975"/>
          </a:xfrm>
        </p:spPr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271" y="6286506"/>
            <a:ext cx="522516" cy="434975"/>
          </a:xfrm>
        </p:spPr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838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365131"/>
            <a:ext cx="10533600" cy="5921369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887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4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97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090800"/>
            <a:ext cx="10533600" cy="5195700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0464801" y="6286506"/>
            <a:ext cx="1177472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338BEB56-2203-4F1F-BF95-3372EF3570AD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286506"/>
            <a:ext cx="41148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642271" y="6286506"/>
            <a:ext cx="522516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44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kumimoji="1" sz="3200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228589" indent="-228589" algn="just" defTabSz="914354" rtl="0" eaLnBrk="1" latinLnBrk="0" hangingPunct="1">
        <a:lnSpc>
          <a:spcPct val="100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685766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Font typeface="游ゴシック" panose="020B0400000000000000" pitchFamily="50" charset="-128"/>
        <a:buChar char="­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1142942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1600120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2057298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42B36A7-589C-5DA8-8430-CBA2EFA0B004}"/>
              </a:ext>
            </a:extLst>
          </p:cNvPr>
          <p:cNvGrpSpPr/>
          <p:nvPr/>
        </p:nvGrpSpPr>
        <p:grpSpPr>
          <a:xfrm>
            <a:off x="829195" y="1339022"/>
            <a:ext cx="5190603" cy="4702482"/>
            <a:chOff x="829194" y="1203558"/>
            <a:chExt cx="5190603" cy="4702482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D1E231E-1797-CA20-9C86-3024590E985F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424495" y="2663243"/>
              <a:ext cx="1512466" cy="1783112"/>
            </a:xfrm>
            <a:prstGeom prst="straightConnector1">
              <a:avLst/>
            </a:prstGeom>
            <a:ln w="28575">
              <a:solidFill>
                <a:schemeClr val="accent2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640DBDE-CC38-8B91-9FE2-F211FF4CE21D}"/>
                </a:ext>
              </a:extLst>
            </p:cNvPr>
            <p:cNvGrpSpPr/>
            <p:nvPr/>
          </p:nvGrpSpPr>
          <p:grpSpPr>
            <a:xfrm>
              <a:off x="829194" y="1203558"/>
              <a:ext cx="5190603" cy="4702482"/>
              <a:chOff x="829194" y="1203558"/>
              <a:chExt cx="5190603" cy="4702482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F0E6FF7A-FA6F-D8D5-0775-7651F29B1173}"/>
                  </a:ext>
                </a:extLst>
              </p:cNvPr>
              <p:cNvGrpSpPr/>
              <p:nvPr/>
            </p:nvGrpSpPr>
            <p:grpSpPr>
              <a:xfrm>
                <a:off x="829194" y="1203558"/>
                <a:ext cx="5190603" cy="4702482"/>
                <a:chOff x="829200" y="1203558"/>
                <a:chExt cx="5190603" cy="4702482"/>
              </a:xfrm>
            </p:grpSpPr>
            <p:grpSp>
              <p:nvGrpSpPr>
                <p:cNvPr id="7" name="グループ化 6">
                  <a:extLst>
                    <a:ext uri="{FF2B5EF4-FFF2-40B4-BE49-F238E27FC236}">
                      <a16:creationId xmlns:a16="http://schemas.microsoft.com/office/drawing/2014/main" id="{0EBD3A4D-4DE8-183D-871E-C52F7D2A1F88}"/>
                    </a:ext>
                  </a:extLst>
                </p:cNvPr>
                <p:cNvGrpSpPr/>
                <p:nvPr/>
              </p:nvGrpSpPr>
              <p:grpSpPr>
                <a:xfrm>
                  <a:off x="829200" y="1203558"/>
                  <a:ext cx="5190603" cy="4702482"/>
                  <a:chOff x="829195" y="936342"/>
                  <a:chExt cx="5190603" cy="4702482"/>
                </a:xfrm>
              </p:grpSpPr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EFEA7643-3755-20E3-5334-004350E3EA23}"/>
                      </a:ext>
                    </a:extLst>
                  </p:cNvPr>
                  <p:cNvGrpSpPr/>
                  <p:nvPr/>
                </p:nvGrpSpPr>
                <p:grpSpPr>
                  <a:xfrm>
                    <a:off x="1912031" y="936342"/>
                    <a:ext cx="2691776" cy="3242797"/>
                    <a:chOff x="1912033" y="834104"/>
                    <a:chExt cx="2691776" cy="3242797"/>
                  </a:xfrm>
                </p:grpSpPr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AD9A8DB0-4B00-88C7-E1F2-8CA380ACE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45187" y="834104"/>
                      <a:ext cx="2358622" cy="145968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rPr>
                        <a:t>友人と来ている（交絡因子）</a:t>
                      </a:r>
                    </a:p>
                  </p:txBody>
                </p:sp>
                <p:cxnSp>
                  <p:nvCxnSpPr>
                    <p:cNvPr id="17" name="直線矢印コネクタ 16">
                      <a:extLst>
                        <a:ext uri="{FF2B5EF4-FFF2-40B4-BE49-F238E27FC236}">
                          <a16:creationId xmlns:a16="http://schemas.microsoft.com/office/drawing/2014/main" id="{B8D68F0E-B474-8523-10EC-3CEB6D5F5A5A}"/>
                        </a:ext>
                      </a:extLst>
                    </p:cNvPr>
                    <p:cNvCxnSpPr>
                      <a:cxnSpLocks/>
                      <a:stCxn id="16" idx="2"/>
                      <a:endCxn id="13" idx="0"/>
                    </p:cNvCxnSpPr>
                    <p:nvPr/>
                  </p:nvCxnSpPr>
                  <p:spPr>
                    <a:xfrm flipH="1">
                      <a:off x="1912033" y="2293789"/>
                      <a:ext cx="1512465" cy="1783112"/>
                    </a:xfrm>
                    <a:prstGeom prst="straightConnector1">
                      <a:avLst/>
                    </a:prstGeom>
                    <a:ln w="28575">
                      <a:solidFill>
                        <a:schemeClr val="accent2"/>
                      </a:solidFill>
                      <a:headEnd type="none" w="med" len="med"/>
                      <a:tailEnd type="arrow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" name="グループ化 9">
                    <a:extLst>
                      <a:ext uri="{FF2B5EF4-FFF2-40B4-BE49-F238E27FC236}">
                        <a16:creationId xmlns:a16="http://schemas.microsoft.com/office/drawing/2014/main" id="{A87E3D4E-7FFC-AA32-52C1-EBBA0B7EA3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195" y="2956947"/>
                    <a:ext cx="5190603" cy="2681877"/>
                    <a:chOff x="829196" y="473954"/>
                    <a:chExt cx="5190603" cy="2681877"/>
                  </a:xfrm>
                </p:grpSpPr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BA4C1635-D7ED-F70F-C7B5-905F46A590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9196" y="1696146"/>
                      <a:ext cx="5190603" cy="1459685"/>
                      <a:chOff x="829198" y="1593908"/>
                      <a:chExt cx="5190603" cy="1459685"/>
                    </a:xfrm>
                  </p:grpSpPr>
                  <p:sp>
                    <p:nvSpPr>
                      <p:cNvPr id="13" name="正方形/長方形 12">
                        <a:extLst>
                          <a:ext uri="{FF2B5EF4-FFF2-40B4-BE49-F238E27FC236}">
                            <a16:creationId xmlns:a16="http://schemas.microsoft.com/office/drawing/2014/main" id="{DCA1E394-BC1C-9FDC-1F55-6B53F49EBB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9198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長居する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sp>
                    <p:nvSpPr>
                      <p:cNvPr id="14" name="正方形/長方形 13">
                        <a:extLst>
                          <a:ext uri="{FF2B5EF4-FFF2-40B4-BE49-F238E27FC236}">
                            <a16:creationId xmlns:a16="http://schemas.microsoft.com/office/drawing/2014/main" id="{86D964E8-C7EF-F2C4-DE90-9D55AF70B4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4129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注文が多い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cxnSp>
                    <p:nvCxnSpPr>
                      <p:cNvPr id="15" name="直線矢印コネクタ 14">
                        <a:extLst>
                          <a:ext uri="{FF2B5EF4-FFF2-40B4-BE49-F238E27FC236}">
                            <a16:creationId xmlns:a16="http://schemas.microsoft.com/office/drawing/2014/main" id="{85469243-A68F-128E-1157-40C8EE98E348}"/>
                          </a:ext>
                        </a:extLst>
                      </p:cNvPr>
                      <p:cNvCxnSpPr>
                        <a:cxnSpLocks/>
                        <a:stCxn id="13" idx="3"/>
                        <a:endCxn id="14" idx="1"/>
                      </p:cNvCxnSpPr>
                      <p:nvPr/>
                    </p:nvCxnSpPr>
                    <p:spPr>
                      <a:xfrm>
                        <a:off x="2994870" y="2323751"/>
                        <a:ext cx="859259" cy="0"/>
                      </a:xfrm>
                      <a:prstGeom prst="straightConnector1">
                        <a:avLst/>
                      </a:prstGeom>
                      <a:ln w="28575">
                        <a:solidFill>
                          <a:schemeClr val="accent2"/>
                        </a:solidFill>
                        <a:prstDash val="dash"/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" name="正方形/長方形 11">
                      <a:extLst>
                        <a:ext uri="{FF2B5EF4-FFF2-40B4-BE49-F238E27FC236}">
                          <a16:creationId xmlns:a16="http://schemas.microsoft.com/office/drawing/2014/main" id="{FD62B788-C39B-64D6-A00C-5D8899FF6B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0971" y="473954"/>
                      <a:ext cx="2273902" cy="733315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000" dirty="0">
                          <a:solidFill>
                            <a:srgbClr val="292929"/>
                          </a:solidFill>
                          <a:latin typeface="Segoe UI"/>
                          <a:ea typeface="游ゴシック"/>
                        </a:rPr>
                        <a:t>まとめて購入する</a:t>
                      </a:r>
                      <a:endParaRPr kumimoji="1" lang="ja-JP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92929"/>
                        </a:solidFill>
                        <a:effectLst/>
                        <a:uLnTx/>
                        <a:uFillTx/>
                        <a:latin typeface="Segoe UI"/>
                        <a:ea typeface="游ゴシック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B439DC7E-1AD1-AE13-AD84-2D27AD8D1744}"/>
                    </a:ext>
                  </a:extLst>
                </p:cNvPr>
                <p:cNvSpPr/>
                <p:nvPr/>
              </p:nvSpPr>
              <p:spPr>
                <a:xfrm>
                  <a:off x="2341668" y="4931759"/>
                  <a:ext cx="2165672" cy="4888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4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CC0000"/>
                      </a:solidFill>
                      <a:effectLst/>
                      <a:uLnTx/>
                      <a:uFillTx/>
                      <a:latin typeface="Segoe UI"/>
                      <a:ea typeface="游ゴシック"/>
                      <a:cs typeface="+mn-cs"/>
                    </a:rPr>
                    <a:t>？</a:t>
                  </a:r>
                </a:p>
              </p:txBody>
            </p:sp>
          </p:grp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3F4E584-394F-483F-BEB4-3E6EC6791D25}"/>
                  </a:ext>
                </a:extLst>
              </p:cNvPr>
              <p:cNvSpPr/>
              <p:nvPr/>
            </p:nvSpPr>
            <p:spPr>
              <a:xfrm>
                <a:off x="1068636" y="3203493"/>
                <a:ext cx="2259384" cy="77465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2000" dirty="0">
                    <a:solidFill>
                      <a:srgbClr val="292929"/>
                    </a:solidFill>
                    <a:latin typeface="Segoe UI"/>
                    <a:ea typeface="游ゴシック"/>
                  </a:rPr>
                  <a:t>色々と</a:t>
                </a:r>
                <a:r>
                  <a:rPr kumimoji="1" lang="ja-JP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uLnTx/>
                    <a:uFillTx/>
                    <a:latin typeface="Segoe UI"/>
                    <a:ea typeface="游ゴシック"/>
                    <a:cs typeface="+mn-cs"/>
                  </a:rPr>
                  <a:t>喋りたい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457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48A6214-7CB8-3654-52A6-D78FE82F4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2252498"/>
            <a:ext cx="4296375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D17DE45-382D-5C2D-0BB3-7A9F54230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2276314"/>
            <a:ext cx="353426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0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83ECA-7FA8-2A7E-AA95-4D0EB44D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576" y="2381104"/>
            <a:ext cx="392484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89897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19926A4C099B3408C0368587ACC6DCA" ma:contentTypeVersion="4" ma:contentTypeDescription="新しいドキュメントを作成します。" ma:contentTypeScope="" ma:versionID="affc7309a2dfb5e1d1086f7d28d4c8f9">
  <xsd:schema xmlns:xsd="http://www.w3.org/2001/XMLSchema" xmlns:xs="http://www.w3.org/2001/XMLSchema" xmlns:p="http://schemas.microsoft.com/office/2006/metadata/properties" xmlns:ns3="c92ae596-f2ea-4fe5-8164-7ef5be6a5706" targetNamespace="http://schemas.microsoft.com/office/2006/metadata/properties" ma:root="true" ma:fieldsID="aad9b398109b3af73f51846e4562e877" ns3:_="">
    <xsd:import namespace="c92ae596-f2ea-4fe5-8164-7ef5be6a57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ae596-f2ea-4fe5-8164-7ef5be6a57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D972508-A93B-4CFB-9C27-BD808F279085}">
  <ds:schemaRefs>
    <ds:schemaRef ds:uri="c92ae596-f2ea-4fe5-8164-7ef5be6a5706"/>
    <ds:schemaRef ds:uri="http://purl.org/dc/dcmitype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B851738-DD37-4E03-A76B-B763E2757B0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E1D599E-7965-4A84-83CE-FB3B4A9191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ae596-f2ea-4fe5-8164-7ef5be6a57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5</TotalTime>
  <Words>20</Words>
  <Application>Microsoft Office PowerPoint</Application>
  <PresentationFormat>ワイド画面</PresentationFormat>
  <Paragraphs>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游ゴシック</vt:lpstr>
      <vt:lpstr>Arial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中村　文香</cp:lastModifiedBy>
  <cp:revision>6</cp:revision>
  <dcterms:created xsi:type="dcterms:W3CDTF">2025-07-01T04:18:15Z</dcterms:created>
  <dcterms:modified xsi:type="dcterms:W3CDTF">2026-03-03T06:17:00Z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0x010100219926A4C099B3408C0368587ACC6DCA</vt:lpwstr>
  </property>
</Properties>
</file>