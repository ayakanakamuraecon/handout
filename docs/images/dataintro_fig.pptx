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63" r:id="rId6"/>
    <p:sldId id="262" r:id="rId7"/>
    <p:sldId id="261" r:id="rId8"/>
    <p:sldId id="259" r:id="rId9"/>
    <p:sldId id="258" r:id="rId10"/>
    <p:sldId id="260" r:id="rId11"/>
    <p:sldId id="264" r:id="rId12"/>
    <p:sldId id="265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0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6911314984709479E-2"/>
          <c:y val="4.1882424611635702E-2"/>
          <c:w val="0.946177370030581"/>
          <c:h val="0.9162351507767285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の値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Sheet1!$A$2:$A$101</c:f>
              <c:numCache>
                <c:formatCode>General</c:formatCode>
                <c:ptCount val="100"/>
                <c:pt idx="0">
                  <c:v>0.58700312512151498</c:v>
                </c:pt>
                <c:pt idx="1">
                  <c:v>0.10370726021985488</c:v>
                </c:pt>
                <c:pt idx="2">
                  <c:v>0.63562232469488011</c:v>
                </c:pt>
                <c:pt idx="3">
                  <c:v>6.5671948082098752E-2</c:v>
                </c:pt>
                <c:pt idx="4">
                  <c:v>0.10635056379856178</c:v>
                </c:pt>
                <c:pt idx="5">
                  <c:v>0.96909440265198765</c:v>
                </c:pt>
                <c:pt idx="6">
                  <c:v>0.86725213691685288</c:v>
                </c:pt>
                <c:pt idx="7">
                  <c:v>0.96799843043846068</c:v>
                </c:pt>
                <c:pt idx="8">
                  <c:v>0.63373160744434898</c:v>
                </c:pt>
                <c:pt idx="9">
                  <c:v>0.11535552404156224</c:v>
                </c:pt>
                <c:pt idx="10">
                  <c:v>0.53823058760535669</c:v>
                </c:pt>
                <c:pt idx="11">
                  <c:v>0.31912468381647907</c:v>
                </c:pt>
                <c:pt idx="12">
                  <c:v>0.45505767042807799</c:v>
                </c:pt>
                <c:pt idx="13">
                  <c:v>0.8346639091401763</c:v>
                </c:pt>
                <c:pt idx="14">
                  <c:v>0.85098414120265564</c:v>
                </c:pt>
                <c:pt idx="15">
                  <c:v>0.62938392065772253</c:v>
                </c:pt>
                <c:pt idx="16">
                  <c:v>9.3361110478718867E-2</c:v>
                </c:pt>
                <c:pt idx="17">
                  <c:v>8.4464525129259727E-2</c:v>
                </c:pt>
                <c:pt idx="18">
                  <c:v>0.47953291942725307</c:v>
                </c:pt>
                <c:pt idx="19">
                  <c:v>0.78956576459360406</c:v>
                </c:pt>
                <c:pt idx="20">
                  <c:v>0.22869542174371671</c:v>
                </c:pt>
                <c:pt idx="21">
                  <c:v>0.37635356868158099</c:v>
                </c:pt>
                <c:pt idx="22">
                  <c:v>0.29812380899961943</c:v>
                </c:pt>
                <c:pt idx="23">
                  <c:v>0.34845402404004489</c:v>
                </c:pt>
                <c:pt idx="24">
                  <c:v>6.3491765742251793E-4</c:v>
                </c:pt>
                <c:pt idx="25">
                  <c:v>0.3708653851327588</c:v>
                </c:pt>
                <c:pt idx="26">
                  <c:v>0.20990412238483758</c:v>
                </c:pt>
                <c:pt idx="27">
                  <c:v>0.7509617646909531</c:v>
                </c:pt>
                <c:pt idx="28">
                  <c:v>0.27811337033506822</c:v>
                </c:pt>
                <c:pt idx="29">
                  <c:v>0.31987481058712786</c:v>
                </c:pt>
                <c:pt idx="30">
                  <c:v>0.23043933933913263</c:v>
                </c:pt>
                <c:pt idx="31">
                  <c:v>0.4764501224175387</c:v>
                </c:pt>
                <c:pt idx="32">
                  <c:v>0.66634719055407621</c:v>
                </c:pt>
                <c:pt idx="33">
                  <c:v>0.14657603038646094</c:v>
                </c:pt>
                <c:pt idx="34">
                  <c:v>0.37505119416747879</c:v>
                </c:pt>
                <c:pt idx="35">
                  <c:v>0.73810644562267336</c:v>
                </c:pt>
                <c:pt idx="36">
                  <c:v>0.12403775778396497</c:v>
                </c:pt>
                <c:pt idx="37">
                  <c:v>0.56130436459855815</c:v>
                </c:pt>
                <c:pt idx="38">
                  <c:v>0.19977709395758303</c:v>
                </c:pt>
                <c:pt idx="39">
                  <c:v>0.62755183805284731</c:v>
                </c:pt>
                <c:pt idx="40">
                  <c:v>0.98890763892072608</c:v>
                </c:pt>
                <c:pt idx="41">
                  <c:v>0.47704714511429613</c:v>
                </c:pt>
                <c:pt idx="42">
                  <c:v>0.77011340822657759</c:v>
                </c:pt>
                <c:pt idx="43">
                  <c:v>0.82037268492006876</c:v>
                </c:pt>
                <c:pt idx="44">
                  <c:v>0.10729007419426073</c:v>
                </c:pt>
                <c:pt idx="45">
                  <c:v>0.76677415381979341</c:v>
                </c:pt>
                <c:pt idx="46">
                  <c:v>0.64014395526101275</c:v>
                </c:pt>
                <c:pt idx="47">
                  <c:v>0.30173785282289245</c:v>
                </c:pt>
                <c:pt idx="48">
                  <c:v>0.33701855989422691</c:v>
                </c:pt>
                <c:pt idx="49">
                  <c:v>0.52481721238170276</c:v>
                </c:pt>
                <c:pt idx="50">
                  <c:v>9.3329336455345913E-2</c:v>
                </c:pt>
                <c:pt idx="51">
                  <c:v>0.19344654421549579</c:v>
                </c:pt>
                <c:pt idx="52">
                  <c:v>0.51201365249169128</c:v>
                </c:pt>
                <c:pt idx="53">
                  <c:v>0.67083560022535893</c:v>
                </c:pt>
                <c:pt idx="54">
                  <c:v>0.78530252924259825</c:v>
                </c:pt>
                <c:pt idx="55">
                  <c:v>0.19256990356461923</c:v>
                </c:pt>
                <c:pt idx="56">
                  <c:v>0.42853992501045879</c:v>
                </c:pt>
                <c:pt idx="57">
                  <c:v>0.64304012476867844</c:v>
                </c:pt>
                <c:pt idx="58">
                  <c:v>0.10736630351338916</c:v>
                </c:pt>
                <c:pt idx="59">
                  <c:v>0.42057322499562588</c:v>
                </c:pt>
                <c:pt idx="60">
                  <c:v>0.84507915435845748</c:v>
                </c:pt>
                <c:pt idx="61">
                  <c:v>0.80946323306168855</c:v>
                </c:pt>
                <c:pt idx="62">
                  <c:v>0.88232427706804162</c:v>
                </c:pt>
                <c:pt idx="63">
                  <c:v>0.60903829044500823</c:v>
                </c:pt>
                <c:pt idx="64">
                  <c:v>0.68073104502990867</c:v>
                </c:pt>
                <c:pt idx="65">
                  <c:v>0.4119016450907298</c:v>
                </c:pt>
                <c:pt idx="66">
                  <c:v>0.67990635408201971</c:v>
                </c:pt>
                <c:pt idx="67">
                  <c:v>0.46309354506506517</c:v>
                </c:pt>
                <c:pt idx="68">
                  <c:v>0.52593769673901969</c:v>
                </c:pt>
                <c:pt idx="69">
                  <c:v>0.36340476770304908</c:v>
                </c:pt>
                <c:pt idx="70">
                  <c:v>0.46865713775346696</c:v>
                </c:pt>
                <c:pt idx="71">
                  <c:v>0.36656636678060939</c:v>
                </c:pt>
                <c:pt idx="72">
                  <c:v>0.76702999252715653</c:v>
                </c:pt>
                <c:pt idx="73">
                  <c:v>0.10608267722379738</c:v>
                </c:pt>
                <c:pt idx="74">
                  <c:v>0.30685710310743119</c:v>
                </c:pt>
                <c:pt idx="75">
                  <c:v>0.18301409198963881</c:v>
                </c:pt>
                <c:pt idx="76">
                  <c:v>2.1745835725347717E-2</c:v>
                </c:pt>
                <c:pt idx="77">
                  <c:v>6.6266441985163071E-2</c:v>
                </c:pt>
                <c:pt idx="78">
                  <c:v>0.41610602188317158</c:v>
                </c:pt>
                <c:pt idx="79">
                  <c:v>3.418735086646929E-2</c:v>
                </c:pt>
                <c:pt idx="80">
                  <c:v>0.10602366800677687</c:v>
                </c:pt>
                <c:pt idx="81">
                  <c:v>0.89568375850576487</c:v>
                </c:pt>
                <c:pt idx="82">
                  <c:v>2.9339080977853649E-2</c:v>
                </c:pt>
                <c:pt idx="83">
                  <c:v>0.39969235041311302</c:v>
                </c:pt>
                <c:pt idx="84">
                  <c:v>0.92847884540151115</c:v>
                </c:pt>
                <c:pt idx="85">
                  <c:v>0.51759583451266744</c:v>
                </c:pt>
                <c:pt idx="86">
                  <c:v>0.87865482807311424</c:v>
                </c:pt>
                <c:pt idx="87">
                  <c:v>0.28596693352608205</c:v>
                </c:pt>
                <c:pt idx="88">
                  <c:v>0.64044395932786757</c:v>
                </c:pt>
                <c:pt idx="89">
                  <c:v>5.270114461111941E-2</c:v>
                </c:pt>
                <c:pt idx="90">
                  <c:v>0.90168298731415575</c:v>
                </c:pt>
                <c:pt idx="91">
                  <c:v>0.93309298424156761</c:v>
                </c:pt>
                <c:pt idx="92">
                  <c:v>0.29159246307207198</c:v>
                </c:pt>
                <c:pt idx="93">
                  <c:v>0.42483746065235151</c:v>
                </c:pt>
                <c:pt idx="94">
                  <c:v>0.79899298020473986</c:v>
                </c:pt>
                <c:pt idx="95">
                  <c:v>0.41028752264897073</c:v>
                </c:pt>
                <c:pt idx="96">
                  <c:v>0.79244546294168206</c:v>
                </c:pt>
                <c:pt idx="97">
                  <c:v>0.6726986577317664</c:v>
                </c:pt>
                <c:pt idx="98">
                  <c:v>0.36512033555259982</c:v>
                </c:pt>
                <c:pt idx="99">
                  <c:v>0.32938591686523888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1.4000174112804196</c:v>
                </c:pt>
                <c:pt idx="1">
                  <c:v>0.17401761429713769</c:v>
                </c:pt>
                <c:pt idx="2">
                  <c:v>0.90516441492466948</c:v>
                </c:pt>
                <c:pt idx="3">
                  <c:v>0.54457682544434738</c:v>
                </c:pt>
                <c:pt idx="4">
                  <c:v>0.44408519589476603</c:v>
                </c:pt>
                <c:pt idx="5">
                  <c:v>1.895980531512159</c:v>
                </c:pt>
                <c:pt idx="6">
                  <c:v>1.8048467898141967</c:v>
                </c:pt>
                <c:pt idx="7">
                  <c:v>1.8917668973897346</c:v>
                </c:pt>
                <c:pt idx="8">
                  <c:v>1.4480375198909636</c:v>
                </c:pt>
                <c:pt idx="9">
                  <c:v>0.8817440441755362</c:v>
                </c:pt>
                <c:pt idx="10">
                  <c:v>1.4295146170888819</c:v>
                </c:pt>
                <c:pt idx="11">
                  <c:v>0.71496801196194171</c:v>
                </c:pt>
                <c:pt idx="12">
                  <c:v>0.89928977368783647</c:v>
                </c:pt>
                <c:pt idx="13">
                  <c:v>1.0428396450296553</c:v>
                </c:pt>
                <c:pt idx="14">
                  <c:v>1.0942767877250099</c:v>
                </c:pt>
                <c:pt idx="15">
                  <c:v>0.73815646555336167</c:v>
                </c:pt>
                <c:pt idx="16">
                  <c:v>0.97369313064861418</c:v>
                </c:pt>
                <c:pt idx="17">
                  <c:v>0.30882353232265047</c:v>
                </c:pt>
                <c:pt idx="18">
                  <c:v>0.71609727909196441</c:v>
                </c:pt>
                <c:pt idx="19">
                  <c:v>0.9147748239274669</c:v>
                </c:pt>
                <c:pt idx="20">
                  <c:v>0.46433950735201124</c:v>
                </c:pt>
                <c:pt idx="21">
                  <c:v>0.45491159218723409</c:v>
                </c:pt>
                <c:pt idx="22">
                  <c:v>0.8208553570136593</c:v>
                </c:pt>
                <c:pt idx="23">
                  <c:v>1.1700395222295525</c:v>
                </c:pt>
                <c:pt idx="24">
                  <c:v>0.52900876018202825</c:v>
                </c:pt>
                <c:pt idx="25">
                  <c:v>0.54848538041089767</c:v>
                </c:pt>
                <c:pt idx="26">
                  <c:v>0.86573705009065716</c:v>
                </c:pt>
                <c:pt idx="27">
                  <c:v>0.83866799600067476</c:v>
                </c:pt>
                <c:pt idx="28">
                  <c:v>0.62790307102139487</c:v>
                </c:pt>
                <c:pt idx="29">
                  <c:v>1.173165827789576</c:v>
                </c:pt>
                <c:pt idx="30">
                  <c:v>1.2185399134677546</c:v>
                </c:pt>
                <c:pt idx="31">
                  <c:v>1.1510573427764415</c:v>
                </c:pt>
                <c:pt idx="32">
                  <c:v>0.68639662135741208</c:v>
                </c:pt>
                <c:pt idx="33">
                  <c:v>1.0938633196262348</c:v>
                </c:pt>
                <c:pt idx="34">
                  <c:v>1.3711012970470318</c:v>
                </c:pt>
                <c:pt idx="35">
                  <c:v>1.1268524354348575</c:v>
                </c:pt>
                <c:pt idx="36">
                  <c:v>1.0689374941971743</c:v>
                </c:pt>
                <c:pt idx="37">
                  <c:v>1.5557133087891184</c:v>
                </c:pt>
                <c:pt idx="38">
                  <c:v>0.7384332360596928</c:v>
                </c:pt>
                <c:pt idx="39">
                  <c:v>1.5351316557375907</c:v>
                </c:pt>
                <c:pt idx="40">
                  <c:v>1.2406778615795222</c:v>
                </c:pt>
                <c:pt idx="41">
                  <c:v>0.5516348423259172</c:v>
                </c:pt>
                <c:pt idx="42">
                  <c:v>1.3676910210956823</c:v>
                </c:pt>
                <c:pt idx="43">
                  <c:v>0.99925724389227533</c:v>
                </c:pt>
                <c:pt idx="44">
                  <c:v>0.53403622544337292</c:v>
                </c:pt>
                <c:pt idx="45">
                  <c:v>1.6192264039604614</c:v>
                </c:pt>
                <c:pt idx="46">
                  <c:v>1.5294819849241352</c:v>
                </c:pt>
                <c:pt idx="47">
                  <c:v>1.150317257863904</c:v>
                </c:pt>
                <c:pt idx="48">
                  <c:v>0.7110025604519542</c:v>
                </c:pt>
                <c:pt idx="49">
                  <c:v>1.5100104105037402</c:v>
                </c:pt>
                <c:pt idx="50">
                  <c:v>0.78591510949089793</c:v>
                </c:pt>
                <c:pt idx="51">
                  <c:v>0.40430217569124394</c:v>
                </c:pt>
                <c:pt idx="52">
                  <c:v>0.95483473258632712</c:v>
                </c:pt>
                <c:pt idx="53">
                  <c:v>0.77734540668520058</c:v>
                </c:pt>
                <c:pt idx="54">
                  <c:v>0.86973858113340452</c:v>
                </c:pt>
                <c:pt idx="55">
                  <c:v>0.71674038841727117</c:v>
                </c:pt>
                <c:pt idx="56">
                  <c:v>1.299039685146409</c:v>
                </c:pt>
                <c:pt idx="57">
                  <c:v>0.79042393096777785</c:v>
                </c:pt>
                <c:pt idx="58">
                  <c:v>0.98680502400153114</c:v>
                </c:pt>
                <c:pt idx="59">
                  <c:v>1.0884477598454656</c:v>
                </c:pt>
                <c:pt idx="60">
                  <c:v>1.3141808961237849</c:v>
                </c:pt>
                <c:pt idx="61">
                  <c:v>1.5535459454563805</c:v>
                </c:pt>
                <c:pt idx="62">
                  <c:v>1.5247737899571172</c:v>
                </c:pt>
                <c:pt idx="63">
                  <c:v>0.71943943396054455</c:v>
                </c:pt>
                <c:pt idx="64">
                  <c:v>1.6488797489310207</c:v>
                </c:pt>
                <c:pt idx="65">
                  <c:v>1.4087734242840386</c:v>
                </c:pt>
                <c:pt idx="66">
                  <c:v>1.0319473581537173</c:v>
                </c:pt>
                <c:pt idx="67">
                  <c:v>1.3719348410837759</c:v>
                </c:pt>
                <c:pt idx="68">
                  <c:v>0.87792507640886441</c:v>
                </c:pt>
                <c:pt idx="69">
                  <c:v>0.63291793930546181</c:v>
                </c:pt>
                <c:pt idx="70">
                  <c:v>0.56654675081247841</c:v>
                </c:pt>
                <c:pt idx="71">
                  <c:v>0.39572072838969941</c:v>
                </c:pt>
                <c:pt idx="72">
                  <c:v>1.2552343043665051</c:v>
                </c:pt>
                <c:pt idx="73">
                  <c:v>0.19256955795654263</c:v>
                </c:pt>
                <c:pt idx="74">
                  <c:v>0.32938109894162171</c:v>
                </c:pt>
                <c:pt idx="75">
                  <c:v>0.32640957533737691</c:v>
                </c:pt>
                <c:pt idx="76">
                  <c:v>0.12427302810933771</c:v>
                </c:pt>
                <c:pt idx="77">
                  <c:v>0.14535867035008909</c:v>
                </c:pt>
                <c:pt idx="78">
                  <c:v>0.62684795889935241</c:v>
                </c:pt>
                <c:pt idx="79">
                  <c:v>0.79912876874703109</c:v>
                </c:pt>
                <c:pt idx="80">
                  <c:v>0.69847926593413612</c:v>
                </c:pt>
                <c:pt idx="81">
                  <c:v>1.8944778328678182</c:v>
                </c:pt>
                <c:pt idx="82">
                  <c:v>0.59390466343551063</c:v>
                </c:pt>
                <c:pt idx="83">
                  <c:v>0.67141633877155549</c:v>
                </c:pt>
                <c:pt idx="84">
                  <c:v>1.2562006988313474</c:v>
                </c:pt>
                <c:pt idx="85">
                  <c:v>1.2301080981624146</c:v>
                </c:pt>
                <c:pt idx="86">
                  <c:v>1.4114848128381476</c:v>
                </c:pt>
                <c:pt idx="87">
                  <c:v>0.59497912740283476</c:v>
                </c:pt>
                <c:pt idx="88">
                  <c:v>1.3004428661404046</c:v>
                </c:pt>
                <c:pt idx="89">
                  <c:v>0.59922337088154165</c:v>
                </c:pt>
                <c:pt idx="90">
                  <c:v>1.8285432771890544</c:v>
                </c:pt>
                <c:pt idx="91">
                  <c:v>1.0502178421694084</c:v>
                </c:pt>
                <c:pt idx="92">
                  <c:v>1.1322054833175637</c:v>
                </c:pt>
                <c:pt idx="93">
                  <c:v>1.0878466860235556</c:v>
                </c:pt>
                <c:pt idx="94">
                  <c:v>1.6264809375587714</c:v>
                </c:pt>
                <c:pt idx="95">
                  <c:v>1.1718036544834294</c:v>
                </c:pt>
                <c:pt idx="96">
                  <c:v>0.86778128542654798</c:v>
                </c:pt>
                <c:pt idx="97">
                  <c:v>1.2132979954472831</c:v>
                </c:pt>
                <c:pt idx="98">
                  <c:v>0.80462632213024532</c:v>
                </c:pt>
                <c:pt idx="99">
                  <c:v>1.1463671866064602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67F-4852-8BDF-0838233183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4596832"/>
        <c:axId val="1154594864"/>
      </c:scatterChart>
      <c:valAx>
        <c:axId val="1154596832"/>
        <c:scaling>
          <c:orientation val="minMax"/>
          <c:max val="1"/>
        </c:scaling>
        <c:delete val="1"/>
        <c:axPos val="b"/>
        <c:numFmt formatCode="General" sourceLinked="1"/>
        <c:majorTickMark val="out"/>
        <c:minorTickMark val="none"/>
        <c:tickLblPos val="nextTo"/>
        <c:crossAx val="1154594864"/>
        <c:crosses val="autoZero"/>
        <c:crossBetween val="midCat"/>
      </c:valAx>
      <c:valAx>
        <c:axId val="11545948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54596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の値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Sheet1!$A$2:$A$101</c:f>
              <c:numCache>
                <c:formatCode>General</c:formatCode>
                <c:ptCount val="100"/>
                <c:pt idx="0">
                  <c:v>9.6470343950330051E-2</c:v>
                </c:pt>
                <c:pt idx="1">
                  <c:v>0.18152554341423799</c:v>
                </c:pt>
                <c:pt idx="2">
                  <c:v>0.86635348566883674</c:v>
                </c:pt>
                <c:pt idx="3">
                  <c:v>0.7281207630364932</c:v>
                </c:pt>
                <c:pt idx="4">
                  <c:v>0.91292170620974844</c:v>
                </c:pt>
                <c:pt idx="5">
                  <c:v>0.82657647356240271</c:v>
                </c:pt>
                <c:pt idx="6">
                  <c:v>0.83909913084616927</c:v>
                </c:pt>
                <c:pt idx="7">
                  <c:v>0.75433053870169198</c:v>
                </c:pt>
                <c:pt idx="8">
                  <c:v>0.25753530177090078</c:v>
                </c:pt>
                <c:pt idx="9">
                  <c:v>0.41834734479868241</c:v>
                </c:pt>
                <c:pt idx="10">
                  <c:v>0.57783359328001094</c:v>
                </c:pt>
                <c:pt idx="11">
                  <c:v>0.29341969526667822</c:v>
                </c:pt>
                <c:pt idx="12">
                  <c:v>0.20351638059145205</c:v>
                </c:pt>
                <c:pt idx="13">
                  <c:v>0.67810043732793723</c:v>
                </c:pt>
                <c:pt idx="14">
                  <c:v>0.56011997723303886</c:v>
                </c:pt>
                <c:pt idx="15">
                  <c:v>0.75803908517751994</c:v>
                </c:pt>
                <c:pt idx="16">
                  <c:v>0.31558213892240417</c:v>
                </c:pt>
                <c:pt idx="17">
                  <c:v>0.42614194823094664</c:v>
                </c:pt>
                <c:pt idx="18">
                  <c:v>0.72713164392212226</c:v>
                </c:pt>
                <c:pt idx="19">
                  <c:v>0.70365413228586315</c:v>
                </c:pt>
                <c:pt idx="20">
                  <c:v>0.3921570379871413</c:v>
                </c:pt>
                <c:pt idx="21">
                  <c:v>3.1260805531966529E-2</c:v>
                </c:pt>
                <c:pt idx="22">
                  <c:v>0.20912499123229755</c:v>
                </c:pt>
                <c:pt idx="23">
                  <c:v>0.84449989926342861</c:v>
                </c:pt>
                <c:pt idx="24">
                  <c:v>0.13293840672859891</c:v>
                </c:pt>
                <c:pt idx="25">
                  <c:v>0.56247083138819332</c:v>
                </c:pt>
                <c:pt idx="26">
                  <c:v>0.18916188007602741</c:v>
                </c:pt>
                <c:pt idx="27">
                  <c:v>0.26119518145387033</c:v>
                </c:pt>
                <c:pt idx="28">
                  <c:v>0.62256216747625936</c:v>
                </c:pt>
                <c:pt idx="29">
                  <c:v>0.16142972305215209</c:v>
                </c:pt>
                <c:pt idx="30">
                  <c:v>0.97637553817412903</c:v>
                </c:pt>
                <c:pt idx="31">
                  <c:v>0.5130118454086009</c:v>
                </c:pt>
                <c:pt idx="32">
                  <c:v>0.68975888803237106</c:v>
                </c:pt>
                <c:pt idx="33">
                  <c:v>0.2929640684497844</c:v>
                </c:pt>
                <c:pt idx="34">
                  <c:v>0.23658417644666974</c:v>
                </c:pt>
                <c:pt idx="35">
                  <c:v>0.4040592298786031</c:v>
                </c:pt>
                <c:pt idx="36">
                  <c:v>0.95846628795470334</c:v>
                </c:pt>
                <c:pt idx="37">
                  <c:v>0.39149883534577956</c:v>
                </c:pt>
                <c:pt idx="38">
                  <c:v>0.82931297803995641</c:v>
                </c:pt>
                <c:pt idx="39">
                  <c:v>0.85162343829931042</c:v>
                </c:pt>
                <c:pt idx="40">
                  <c:v>0.48483804582771839</c:v>
                </c:pt>
                <c:pt idx="41">
                  <c:v>0.17121722472920342</c:v>
                </c:pt>
                <c:pt idx="42">
                  <c:v>3.1654775968890325E-2</c:v>
                </c:pt>
                <c:pt idx="43">
                  <c:v>0.22411844429325545</c:v>
                </c:pt>
                <c:pt idx="44">
                  <c:v>0.22660915009788007</c:v>
                </c:pt>
                <c:pt idx="45">
                  <c:v>0.85242963107783609</c:v>
                </c:pt>
                <c:pt idx="46">
                  <c:v>0.31250053463663097</c:v>
                </c:pt>
                <c:pt idx="47">
                  <c:v>0.25747520037293492</c:v>
                </c:pt>
                <c:pt idx="48">
                  <c:v>0.70988823831598935</c:v>
                </c:pt>
                <c:pt idx="49">
                  <c:v>0.83197836892030008</c:v>
                </c:pt>
                <c:pt idx="50">
                  <c:v>0.72905092697913965</c:v>
                </c:pt>
                <c:pt idx="51">
                  <c:v>0.69825701942684026</c:v>
                </c:pt>
                <c:pt idx="52">
                  <c:v>0.82154104139284978</c:v>
                </c:pt>
                <c:pt idx="53">
                  <c:v>0.4462243443071553</c:v>
                </c:pt>
                <c:pt idx="54">
                  <c:v>0.72327349074166647</c:v>
                </c:pt>
                <c:pt idx="55">
                  <c:v>0.34462690808809404</c:v>
                </c:pt>
                <c:pt idx="56">
                  <c:v>0.5654058830679014</c:v>
                </c:pt>
                <c:pt idx="57">
                  <c:v>0.843850549901078</c:v>
                </c:pt>
                <c:pt idx="58">
                  <c:v>0.14899165597013475</c:v>
                </c:pt>
                <c:pt idx="59">
                  <c:v>0.63636970843838536</c:v>
                </c:pt>
                <c:pt idx="60">
                  <c:v>0.84147371572829666</c:v>
                </c:pt>
                <c:pt idx="61">
                  <c:v>0.52563918524907582</c:v>
                </c:pt>
                <c:pt idx="62">
                  <c:v>0.57252723002008898</c:v>
                </c:pt>
                <c:pt idx="63">
                  <c:v>0.3284908267246025</c:v>
                </c:pt>
                <c:pt idx="64">
                  <c:v>0.84627210143921228</c:v>
                </c:pt>
                <c:pt idx="65">
                  <c:v>0.11006862565068243</c:v>
                </c:pt>
                <c:pt idx="66">
                  <c:v>9.7344522711709902E-2</c:v>
                </c:pt>
                <c:pt idx="67">
                  <c:v>0.26485516370510653</c:v>
                </c:pt>
                <c:pt idx="68">
                  <c:v>0.25996621170291312</c:v>
                </c:pt>
                <c:pt idx="69">
                  <c:v>0.31563457284138141</c:v>
                </c:pt>
                <c:pt idx="70">
                  <c:v>0.22840327881884825</c:v>
                </c:pt>
                <c:pt idx="71">
                  <c:v>0.13163126876964515</c:v>
                </c:pt>
                <c:pt idx="72">
                  <c:v>0.50687575074499502</c:v>
                </c:pt>
                <c:pt idx="73">
                  <c:v>0.82684503756849015</c:v>
                </c:pt>
                <c:pt idx="74">
                  <c:v>8.5853198536488096E-2</c:v>
                </c:pt>
                <c:pt idx="75">
                  <c:v>7.809158368851099E-4</c:v>
                </c:pt>
                <c:pt idx="76">
                  <c:v>0.848103671813905</c:v>
                </c:pt>
                <c:pt idx="77">
                  <c:v>0.37043308728876256</c:v>
                </c:pt>
                <c:pt idx="78">
                  <c:v>0.13260448087497989</c:v>
                </c:pt>
                <c:pt idx="79">
                  <c:v>0.86637808613961886</c:v>
                </c:pt>
                <c:pt idx="80">
                  <c:v>7.5079734103044249E-2</c:v>
                </c:pt>
                <c:pt idx="81">
                  <c:v>0.51765391901880342</c:v>
                </c:pt>
                <c:pt idx="82">
                  <c:v>0.58642083846470838</c:v>
                </c:pt>
                <c:pt idx="83">
                  <c:v>0.62351081480128356</c:v>
                </c:pt>
                <c:pt idx="84">
                  <c:v>0.8954581167918948</c:v>
                </c:pt>
                <c:pt idx="85">
                  <c:v>0.63709289756743248</c:v>
                </c:pt>
                <c:pt idx="86">
                  <c:v>0.89212164072896338</c:v>
                </c:pt>
                <c:pt idx="87">
                  <c:v>7.7650350759048137E-2</c:v>
                </c:pt>
                <c:pt idx="88">
                  <c:v>0.79244199163333739</c:v>
                </c:pt>
                <c:pt idx="89">
                  <c:v>0.77429032293483135</c:v>
                </c:pt>
                <c:pt idx="90">
                  <c:v>0.550026602161656</c:v>
                </c:pt>
                <c:pt idx="91">
                  <c:v>0.71983374807432066</c:v>
                </c:pt>
                <c:pt idx="92">
                  <c:v>0.32954168823862806</c:v>
                </c:pt>
                <c:pt idx="93">
                  <c:v>0.51159832049362453</c:v>
                </c:pt>
                <c:pt idx="94">
                  <c:v>0.33050222484370706</c:v>
                </c:pt>
                <c:pt idx="95">
                  <c:v>0.27400595178197051</c:v>
                </c:pt>
                <c:pt idx="96">
                  <c:v>0.73389523043941363</c:v>
                </c:pt>
                <c:pt idx="97">
                  <c:v>0.17667324790850947</c:v>
                </c:pt>
                <c:pt idx="98">
                  <c:v>0.75796198803494619</c:v>
                </c:pt>
                <c:pt idx="99">
                  <c:v>0.81642215346599023</c:v>
                </c:pt>
              </c:numCache>
            </c:numRef>
          </c:xVal>
          <c:y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0CE-4D48-90B0-9C4F6EB66D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Sheet1!$A$2:$A$101</c:f>
              <c:numCache>
                <c:formatCode>General</c:formatCode>
                <c:ptCount val="100"/>
                <c:pt idx="0">
                  <c:v>9.6470343950330051E-2</c:v>
                </c:pt>
                <c:pt idx="1">
                  <c:v>0.18152554341423799</c:v>
                </c:pt>
                <c:pt idx="2">
                  <c:v>0.86635348566883674</c:v>
                </c:pt>
                <c:pt idx="3">
                  <c:v>0.7281207630364932</c:v>
                </c:pt>
                <c:pt idx="4">
                  <c:v>0.91292170620974844</c:v>
                </c:pt>
                <c:pt idx="5">
                  <c:v>0.82657647356240271</c:v>
                </c:pt>
                <c:pt idx="6">
                  <c:v>0.83909913084616927</c:v>
                </c:pt>
                <c:pt idx="7">
                  <c:v>0.75433053870169198</c:v>
                </c:pt>
                <c:pt idx="8">
                  <c:v>0.25753530177090078</c:v>
                </c:pt>
                <c:pt idx="9">
                  <c:v>0.41834734479868241</c:v>
                </c:pt>
                <c:pt idx="10">
                  <c:v>0.57783359328001094</c:v>
                </c:pt>
                <c:pt idx="11">
                  <c:v>0.29341969526667822</c:v>
                </c:pt>
                <c:pt idx="12">
                  <c:v>0.20351638059145205</c:v>
                </c:pt>
                <c:pt idx="13">
                  <c:v>0.67810043732793723</c:v>
                </c:pt>
                <c:pt idx="14">
                  <c:v>0.56011997723303886</c:v>
                </c:pt>
                <c:pt idx="15">
                  <c:v>0.75803908517751994</c:v>
                </c:pt>
                <c:pt idx="16">
                  <c:v>0.31558213892240417</c:v>
                </c:pt>
                <c:pt idx="17">
                  <c:v>0.42614194823094664</c:v>
                </c:pt>
                <c:pt idx="18">
                  <c:v>0.72713164392212226</c:v>
                </c:pt>
                <c:pt idx="19">
                  <c:v>0.70365413228586315</c:v>
                </c:pt>
                <c:pt idx="20">
                  <c:v>0.3921570379871413</c:v>
                </c:pt>
                <c:pt idx="21">
                  <c:v>3.1260805531966529E-2</c:v>
                </c:pt>
                <c:pt idx="22">
                  <c:v>0.20912499123229755</c:v>
                </c:pt>
                <c:pt idx="23">
                  <c:v>0.84449989926342861</c:v>
                </c:pt>
                <c:pt idx="24">
                  <c:v>0.13293840672859891</c:v>
                </c:pt>
                <c:pt idx="25">
                  <c:v>0.56247083138819332</c:v>
                </c:pt>
                <c:pt idx="26">
                  <c:v>0.18916188007602741</c:v>
                </c:pt>
                <c:pt idx="27">
                  <c:v>0.26119518145387033</c:v>
                </c:pt>
                <c:pt idx="28">
                  <c:v>0.62256216747625936</c:v>
                </c:pt>
                <c:pt idx="29">
                  <c:v>0.16142972305215209</c:v>
                </c:pt>
                <c:pt idx="30">
                  <c:v>0.97637553817412903</c:v>
                </c:pt>
                <c:pt idx="31">
                  <c:v>0.5130118454086009</c:v>
                </c:pt>
                <c:pt idx="32">
                  <c:v>0.68975888803237106</c:v>
                </c:pt>
                <c:pt idx="33">
                  <c:v>0.2929640684497844</c:v>
                </c:pt>
                <c:pt idx="34">
                  <c:v>0.23658417644666974</c:v>
                </c:pt>
                <c:pt idx="35">
                  <c:v>0.4040592298786031</c:v>
                </c:pt>
                <c:pt idx="36">
                  <c:v>0.95846628795470334</c:v>
                </c:pt>
                <c:pt idx="37">
                  <c:v>0.39149883534577956</c:v>
                </c:pt>
                <c:pt idx="38">
                  <c:v>0.82931297803995641</c:v>
                </c:pt>
                <c:pt idx="39">
                  <c:v>0.85162343829931042</c:v>
                </c:pt>
                <c:pt idx="40">
                  <c:v>0.48483804582771839</c:v>
                </c:pt>
                <c:pt idx="41">
                  <c:v>0.17121722472920342</c:v>
                </c:pt>
                <c:pt idx="42">
                  <c:v>3.1654775968890325E-2</c:v>
                </c:pt>
                <c:pt idx="43">
                  <c:v>0.22411844429325545</c:v>
                </c:pt>
                <c:pt idx="44">
                  <c:v>0.22660915009788007</c:v>
                </c:pt>
                <c:pt idx="45">
                  <c:v>0.85242963107783609</c:v>
                </c:pt>
                <c:pt idx="46">
                  <c:v>0.31250053463663097</c:v>
                </c:pt>
                <c:pt idx="47">
                  <c:v>0.25747520037293492</c:v>
                </c:pt>
                <c:pt idx="48">
                  <c:v>0.70988823831598935</c:v>
                </c:pt>
                <c:pt idx="49">
                  <c:v>0.83197836892030008</c:v>
                </c:pt>
                <c:pt idx="50">
                  <c:v>0.72905092697913965</c:v>
                </c:pt>
                <c:pt idx="51">
                  <c:v>0.69825701942684026</c:v>
                </c:pt>
                <c:pt idx="52">
                  <c:v>0.82154104139284978</c:v>
                </c:pt>
                <c:pt idx="53">
                  <c:v>0.4462243443071553</c:v>
                </c:pt>
                <c:pt idx="54">
                  <c:v>0.72327349074166647</c:v>
                </c:pt>
                <c:pt idx="55">
                  <c:v>0.34462690808809404</c:v>
                </c:pt>
                <c:pt idx="56">
                  <c:v>0.5654058830679014</c:v>
                </c:pt>
                <c:pt idx="57">
                  <c:v>0.843850549901078</c:v>
                </c:pt>
                <c:pt idx="58">
                  <c:v>0.14899165597013475</c:v>
                </c:pt>
                <c:pt idx="59">
                  <c:v>0.63636970843838536</c:v>
                </c:pt>
                <c:pt idx="60">
                  <c:v>0.84147371572829666</c:v>
                </c:pt>
                <c:pt idx="61">
                  <c:v>0.52563918524907582</c:v>
                </c:pt>
                <c:pt idx="62">
                  <c:v>0.57252723002008898</c:v>
                </c:pt>
                <c:pt idx="63">
                  <c:v>0.3284908267246025</c:v>
                </c:pt>
                <c:pt idx="64">
                  <c:v>0.84627210143921228</c:v>
                </c:pt>
                <c:pt idx="65">
                  <c:v>0.11006862565068243</c:v>
                </c:pt>
                <c:pt idx="66">
                  <c:v>9.7344522711709902E-2</c:v>
                </c:pt>
                <c:pt idx="67">
                  <c:v>0.26485516370510653</c:v>
                </c:pt>
                <c:pt idx="68">
                  <c:v>0.25996621170291312</c:v>
                </c:pt>
                <c:pt idx="69">
                  <c:v>0.31563457284138141</c:v>
                </c:pt>
                <c:pt idx="70">
                  <c:v>0.22840327881884825</c:v>
                </c:pt>
                <c:pt idx="71">
                  <c:v>0.13163126876964515</c:v>
                </c:pt>
                <c:pt idx="72">
                  <c:v>0.50687575074499502</c:v>
                </c:pt>
                <c:pt idx="73">
                  <c:v>0.82684503756849015</c:v>
                </c:pt>
                <c:pt idx="74">
                  <c:v>8.5853198536488096E-2</c:v>
                </c:pt>
                <c:pt idx="75">
                  <c:v>7.809158368851099E-4</c:v>
                </c:pt>
                <c:pt idx="76">
                  <c:v>0.848103671813905</c:v>
                </c:pt>
                <c:pt idx="77">
                  <c:v>0.37043308728876256</c:v>
                </c:pt>
                <c:pt idx="78">
                  <c:v>0.13260448087497989</c:v>
                </c:pt>
                <c:pt idx="79">
                  <c:v>0.86637808613961886</c:v>
                </c:pt>
                <c:pt idx="80">
                  <c:v>7.5079734103044249E-2</c:v>
                </c:pt>
                <c:pt idx="81">
                  <c:v>0.51765391901880342</c:v>
                </c:pt>
                <c:pt idx="82">
                  <c:v>0.58642083846470838</c:v>
                </c:pt>
                <c:pt idx="83">
                  <c:v>0.62351081480128356</c:v>
                </c:pt>
                <c:pt idx="84">
                  <c:v>0.8954581167918948</c:v>
                </c:pt>
                <c:pt idx="85">
                  <c:v>0.63709289756743248</c:v>
                </c:pt>
                <c:pt idx="86">
                  <c:v>0.89212164072896338</c:v>
                </c:pt>
                <c:pt idx="87">
                  <c:v>7.7650350759048137E-2</c:v>
                </c:pt>
                <c:pt idx="88">
                  <c:v>0.79244199163333739</c:v>
                </c:pt>
                <c:pt idx="89">
                  <c:v>0.77429032293483135</c:v>
                </c:pt>
                <c:pt idx="90">
                  <c:v>0.550026602161656</c:v>
                </c:pt>
                <c:pt idx="91">
                  <c:v>0.71983374807432066</c:v>
                </c:pt>
                <c:pt idx="92">
                  <c:v>0.32954168823862806</c:v>
                </c:pt>
                <c:pt idx="93">
                  <c:v>0.51159832049362453</c:v>
                </c:pt>
                <c:pt idx="94">
                  <c:v>0.33050222484370706</c:v>
                </c:pt>
                <c:pt idx="95">
                  <c:v>0.27400595178197051</c:v>
                </c:pt>
                <c:pt idx="96">
                  <c:v>0.73389523043941363</c:v>
                </c:pt>
                <c:pt idx="97">
                  <c:v>0.17667324790850947</c:v>
                </c:pt>
                <c:pt idx="98">
                  <c:v>0.75796198803494619</c:v>
                </c:pt>
                <c:pt idx="99">
                  <c:v>0.81642215346599023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0.2270768205662288</c:v>
                </c:pt>
                <c:pt idx="1">
                  <c:v>-2.8001037408571405E-2</c:v>
                </c:pt>
                <c:pt idx="2">
                  <c:v>-0.7890891783458599</c:v>
                </c:pt>
                <c:pt idx="3">
                  <c:v>5.6292889284777714E-2</c:v>
                </c:pt>
                <c:pt idx="4">
                  <c:v>-0.21198087095877671</c:v>
                </c:pt>
                <c:pt idx="5">
                  <c:v>0.17203978032119782</c:v>
                </c:pt>
                <c:pt idx="6">
                  <c:v>-7.2227429494055917E-2</c:v>
                </c:pt>
                <c:pt idx="7">
                  <c:v>-0.143437528178192</c:v>
                </c:pt>
                <c:pt idx="8">
                  <c:v>8.456020048244306E-3</c:v>
                </c:pt>
                <c:pt idx="9">
                  <c:v>-0.35235328932920584</c:v>
                </c:pt>
                <c:pt idx="10">
                  <c:v>8.1889053694967351E-2</c:v>
                </c:pt>
                <c:pt idx="11">
                  <c:v>-2.9225236946694544E-2</c:v>
                </c:pt>
                <c:pt idx="12">
                  <c:v>-0.13180430579021407</c:v>
                </c:pt>
                <c:pt idx="13">
                  <c:v>-0.57861554098947998</c:v>
                </c:pt>
                <c:pt idx="14">
                  <c:v>-4.2192235815299628E-2</c:v>
                </c:pt>
                <c:pt idx="15">
                  <c:v>-0.11400870147080355</c:v>
                </c:pt>
                <c:pt idx="16">
                  <c:v>0.36173976299704835</c:v>
                </c:pt>
                <c:pt idx="17">
                  <c:v>-0.18527461263314293</c:v>
                </c:pt>
                <c:pt idx="18">
                  <c:v>0.27267630472924664</c:v>
                </c:pt>
                <c:pt idx="19">
                  <c:v>-0.15366407434329277</c:v>
                </c:pt>
                <c:pt idx="20">
                  <c:v>0.38243616164309346</c:v>
                </c:pt>
                <c:pt idx="21">
                  <c:v>0.20060822878012929</c:v>
                </c:pt>
                <c:pt idx="22">
                  <c:v>-2.2331314076025843E-2</c:v>
                </c:pt>
                <c:pt idx="23">
                  <c:v>-0.68141470295780093</c:v>
                </c:pt>
                <c:pt idx="24">
                  <c:v>0.73647948677160979</c:v>
                </c:pt>
                <c:pt idx="25">
                  <c:v>0.12339521050495272</c:v>
                </c:pt>
                <c:pt idx="26">
                  <c:v>0.53602532801588543</c:v>
                </c:pt>
                <c:pt idx="27">
                  <c:v>0.66958571758918106</c:v>
                </c:pt>
                <c:pt idx="28">
                  <c:v>-0.30181244989872735</c:v>
                </c:pt>
                <c:pt idx="29">
                  <c:v>0.17842326865551017</c:v>
                </c:pt>
                <c:pt idx="30">
                  <c:v>-9.7980501504359885E-2</c:v>
                </c:pt>
                <c:pt idx="31">
                  <c:v>0.36976436229551868</c:v>
                </c:pt>
                <c:pt idx="32">
                  <c:v>-0.28773659423972142</c:v>
                </c:pt>
                <c:pt idx="33">
                  <c:v>0.35171514565046524</c:v>
                </c:pt>
                <c:pt idx="34">
                  <c:v>0.26600241700720784</c:v>
                </c:pt>
                <c:pt idx="35">
                  <c:v>0.46887142741695176</c:v>
                </c:pt>
                <c:pt idx="36">
                  <c:v>-0.34545795485755426</c:v>
                </c:pt>
                <c:pt idx="37">
                  <c:v>0.18732973071926184</c:v>
                </c:pt>
                <c:pt idx="38">
                  <c:v>-0.10718303661127826</c:v>
                </c:pt>
                <c:pt idx="39">
                  <c:v>-0.58352018682867202</c:v>
                </c:pt>
                <c:pt idx="40">
                  <c:v>-3.2713485806111775E-2</c:v>
                </c:pt>
                <c:pt idx="41">
                  <c:v>0.44273710559664192</c:v>
                </c:pt>
                <c:pt idx="42">
                  <c:v>0.11526032823285659</c:v>
                </c:pt>
                <c:pt idx="43">
                  <c:v>-0.17164705516346956</c:v>
                </c:pt>
                <c:pt idx="44">
                  <c:v>0.76886274290106149</c:v>
                </c:pt>
                <c:pt idx="45">
                  <c:v>-0.67953997922816867</c:v>
                </c:pt>
                <c:pt idx="46">
                  <c:v>0.5545099832997713</c:v>
                </c:pt>
                <c:pt idx="47">
                  <c:v>0.53042048902952954</c:v>
                </c:pt>
                <c:pt idx="48">
                  <c:v>-9.8343752776387072E-2</c:v>
                </c:pt>
                <c:pt idx="49">
                  <c:v>-0.12737434525514335</c:v>
                </c:pt>
                <c:pt idx="50">
                  <c:v>-0.58927640454731189</c:v>
                </c:pt>
                <c:pt idx="51">
                  <c:v>-0.34730655546919231</c:v>
                </c:pt>
                <c:pt idx="52">
                  <c:v>-0.60453595899589219</c:v>
                </c:pt>
                <c:pt idx="53">
                  <c:v>-0.17702188488988069</c:v>
                </c:pt>
                <c:pt idx="54">
                  <c:v>-0.16663998119214918</c:v>
                </c:pt>
                <c:pt idx="55">
                  <c:v>0.14513306544112525</c:v>
                </c:pt>
                <c:pt idx="56">
                  <c:v>-8.7152978164836137E-3</c:v>
                </c:pt>
                <c:pt idx="57">
                  <c:v>9.4357689925521293E-2</c:v>
                </c:pt>
                <c:pt idx="58">
                  <c:v>0.27283282765427541</c:v>
                </c:pt>
                <c:pt idx="59">
                  <c:v>-0.28604952291250318</c:v>
                </c:pt>
                <c:pt idx="60">
                  <c:v>-0.40783810073229176</c:v>
                </c:pt>
                <c:pt idx="61">
                  <c:v>0.13844627510844965</c:v>
                </c:pt>
                <c:pt idx="62">
                  <c:v>-0.36859288258787215</c:v>
                </c:pt>
                <c:pt idx="63">
                  <c:v>-0.27032008215287262</c:v>
                </c:pt>
                <c:pt idx="64">
                  <c:v>-0.37239453177392279</c:v>
                </c:pt>
                <c:pt idx="65">
                  <c:v>-9.2772336529813315E-2</c:v>
                </c:pt>
                <c:pt idx="66">
                  <c:v>0.45134505732822949</c:v>
                </c:pt>
                <c:pt idx="67">
                  <c:v>-0.15443817476154398</c:v>
                </c:pt>
                <c:pt idx="68">
                  <c:v>-0.24332495327375803</c:v>
                </c:pt>
                <c:pt idx="69">
                  <c:v>0.31764723067875311</c:v>
                </c:pt>
                <c:pt idx="70">
                  <c:v>0.5573229687798037</c:v>
                </c:pt>
                <c:pt idx="71">
                  <c:v>0.20946846438207112</c:v>
                </c:pt>
                <c:pt idx="72">
                  <c:v>0.27163099740271823</c:v>
                </c:pt>
                <c:pt idx="73">
                  <c:v>-0.77229790957721067</c:v>
                </c:pt>
                <c:pt idx="74">
                  <c:v>0.84242437924977343</c:v>
                </c:pt>
                <c:pt idx="75">
                  <c:v>0.86296714619354631</c:v>
                </c:pt>
                <c:pt idx="76">
                  <c:v>6.7162485183983933E-2</c:v>
                </c:pt>
                <c:pt idx="77">
                  <c:v>-0.13416971713316939</c:v>
                </c:pt>
                <c:pt idx="78">
                  <c:v>-5.1588678956327794E-2</c:v>
                </c:pt>
                <c:pt idx="79">
                  <c:v>3.3290280155807817E-2</c:v>
                </c:pt>
                <c:pt idx="80">
                  <c:v>0.62311506810699224</c:v>
                </c:pt>
                <c:pt idx="81">
                  <c:v>0.27144069048915798</c:v>
                </c:pt>
                <c:pt idx="82">
                  <c:v>-0.29100188349742573</c:v>
                </c:pt>
                <c:pt idx="83">
                  <c:v>4.1157333905492033E-2</c:v>
                </c:pt>
                <c:pt idx="84">
                  <c:v>5.4611547756455603E-2</c:v>
                </c:pt>
                <c:pt idx="85">
                  <c:v>-0.44992268069882568</c:v>
                </c:pt>
                <c:pt idx="86">
                  <c:v>-0.65822238021863777</c:v>
                </c:pt>
                <c:pt idx="87">
                  <c:v>0.30175043568160254</c:v>
                </c:pt>
                <c:pt idx="88">
                  <c:v>8.2638679032126516E-3</c:v>
                </c:pt>
                <c:pt idx="89">
                  <c:v>0.16583958013623568</c:v>
                </c:pt>
                <c:pt idx="90">
                  <c:v>-0.10347283285607345</c:v>
                </c:pt>
                <c:pt idx="91">
                  <c:v>-8.1856674282649422E-2</c:v>
                </c:pt>
                <c:pt idx="92">
                  <c:v>0.2990677377715506</c:v>
                </c:pt>
                <c:pt idx="93">
                  <c:v>-0.43398061842079982</c:v>
                </c:pt>
                <c:pt idx="94">
                  <c:v>0.2504171393823561</c:v>
                </c:pt>
                <c:pt idx="95">
                  <c:v>-0.13741374730603295</c:v>
                </c:pt>
                <c:pt idx="96">
                  <c:v>-0.61771382058482582</c:v>
                </c:pt>
                <c:pt idx="97">
                  <c:v>-9.9087379151387878E-2</c:v>
                </c:pt>
                <c:pt idx="98">
                  <c:v>-0.42282555110932851</c:v>
                </c:pt>
                <c:pt idx="99">
                  <c:v>-0.70125365747555679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0CE-4D48-90B0-9C4F6EB66D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7302008"/>
        <c:axId val="517302664"/>
      </c:scatterChart>
      <c:valAx>
        <c:axId val="517302008"/>
        <c:scaling>
          <c:orientation val="minMax"/>
          <c:max val="1"/>
        </c:scaling>
        <c:delete val="1"/>
        <c:axPos val="b"/>
        <c:numFmt formatCode="General" sourceLinked="1"/>
        <c:majorTickMark val="out"/>
        <c:minorTickMark val="none"/>
        <c:tickLblPos val="nextTo"/>
        <c:crossAx val="517302664"/>
        <c:crosses val="autoZero"/>
        <c:crossBetween val="midCat"/>
      </c:valAx>
      <c:valAx>
        <c:axId val="5173026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173020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468932" y="553763"/>
            <a:ext cx="9144000" cy="3130735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1200"/>
              </a:spcBef>
              <a:defRPr sz="4800">
                <a:solidFill>
                  <a:schemeClr val="accent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69572" y="3684498"/>
            <a:ext cx="9144000" cy="2602007"/>
          </a:xfrm>
        </p:spPr>
        <p:txBody>
          <a:bodyPr lIns="720000" tIns="180000" rIns="72000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3930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9200" y="1090800"/>
            <a:ext cx="10533600" cy="5195700"/>
          </a:xfrm>
        </p:spPr>
        <p:txBody>
          <a:bodyPr l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29200" y="365131"/>
            <a:ext cx="10533600" cy="728889"/>
          </a:xfrm>
          <a:prstGeom prst="rect">
            <a:avLst/>
          </a:prstGeom>
        </p:spPr>
        <p:txBody>
          <a:bodyPr vert="horz" lIns="180000" tIns="180000" rIns="180000" bIns="18000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460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90282" y="860618"/>
            <a:ext cx="10657169" cy="3701863"/>
          </a:xfrm>
        </p:spPr>
        <p:txBody>
          <a:bodyPr lIns="360000" tIns="0" rIns="360000" bIns="360000" anchor="b"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90282" y="4589469"/>
            <a:ext cx="10657169" cy="1500187"/>
          </a:xfrm>
        </p:spPr>
        <p:txBody>
          <a:bodyPr tIns="180000" anchor="t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444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29198" y="1203558"/>
            <a:ext cx="5190603" cy="4973410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3" y="1203558"/>
            <a:ext cx="5190597" cy="4973410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06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29200" y="1134838"/>
            <a:ext cx="5174399" cy="856910"/>
          </a:xfrm>
        </p:spPr>
        <p:txBody>
          <a:bodyPr anchor="ctr">
            <a:normAutofit/>
          </a:bodyPr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88400" y="1134837"/>
            <a:ext cx="5174399" cy="856911"/>
          </a:xfrm>
        </p:spPr>
        <p:txBody>
          <a:bodyPr anchor="ctr">
            <a:normAutofit/>
          </a:bodyPr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コンテンツ プレースホルダー 2"/>
          <p:cNvSpPr>
            <a:spLocks noGrp="1"/>
          </p:cNvSpPr>
          <p:nvPr>
            <p:ph sz="half" idx="16"/>
          </p:nvPr>
        </p:nvSpPr>
        <p:spPr>
          <a:xfrm>
            <a:off x="829200" y="2032571"/>
            <a:ext cx="5161070" cy="425393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6" name="コンテンツ プレースホルダー 2"/>
          <p:cNvSpPr>
            <a:spLocks noGrp="1"/>
          </p:cNvSpPr>
          <p:nvPr>
            <p:ph sz="half" idx="17"/>
          </p:nvPr>
        </p:nvSpPr>
        <p:spPr>
          <a:xfrm>
            <a:off x="6188400" y="2032571"/>
            <a:ext cx="5174399" cy="425392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0" name="タイトル プレースホルダー 1">
            <a:extLst>
              <a:ext uri="{FF2B5EF4-FFF2-40B4-BE49-F238E27FC236}">
                <a16:creationId xmlns:a16="http://schemas.microsoft.com/office/drawing/2014/main" id="{64FD0383-A67C-7DE0-F8C2-2B32AF6C6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00" y="365131"/>
            <a:ext cx="10533600" cy="728889"/>
          </a:xfrm>
          <a:prstGeom prst="rect">
            <a:avLst/>
          </a:prstGeom>
        </p:spPr>
        <p:txBody>
          <a:bodyPr vert="horz" lIns="180000" tIns="180000" rIns="180000" bIns="18000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80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829200" y="365131"/>
            <a:ext cx="10533600" cy="728889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29197" y="1155061"/>
            <a:ext cx="5190603" cy="2477616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4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4038600" y="6286506"/>
            <a:ext cx="4114800" cy="4349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6" name="コンテンツ プレースホルダー 2"/>
          <p:cNvSpPr>
            <a:spLocks noGrp="1"/>
          </p:cNvSpPr>
          <p:nvPr>
            <p:ph sz="half" idx="13"/>
          </p:nvPr>
        </p:nvSpPr>
        <p:spPr>
          <a:xfrm>
            <a:off x="829196" y="3719569"/>
            <a:ext cx="5190603" cy="2477616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8" name="コンテンツ プレースホルダー 2"/>
          <p:cNvSpPr>
            <a:spLocks noGrp="1"/>
          </p:cNvSpPr>
          <p:nvPr>
            <p:ph sz="half" idx="14"/>
          </p:nvPr>
        </p:nvSpPr>
        <p:spPr>
          <a:xfrm>
            <a:off x="6172197" y="1155061"/>
            <a:ext cx="5190603" cy="2477616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9" name="コンテンツ プレースホルダー 2"/>
          <p:cNvSpPr>
            <a:spLocks noGrp="1"/>
          </p:cNvSpPr>
          <p:nvPr>
            <p:ph sz="half" idx="15"/>
          </p:nvPr>
        </p:nvSpPr>
        <p:spPr>
          <a:xfrm>
            <a:off x="6172197" y="3719569"/>
            <a:ext cx="5190603" cy="2477616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2" name="日付プレースホルダー 4">
            <a:extLst>
              <a:ext uri="{FF2B5EF4-FFF2-40B4-BE49-F238E27FC236}">
                <a16:creationId xmlns:a16="http://schemas.microsoft.com/office/drawing/2014/main" id="{2F2F1E04-988E-415B-84C9-D41993726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64801" y="6286506"/>
            <a:ext cx="1177472" cy="434975"/>
          </a:xfrm>
        </p:spPr>
        <p:txBody>
          <a:bodyPr/>
          <a:lstStyle/>
          <a:p>
            <a:fld id="{338BEB56-2203-4F1F-BF95-3372EF3570AD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FBCF9A3A-D537-46E0-912A-01FEA306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2271" y="6286506"/>
            <a:ext cx="522516" cy="434975"/>
          </a:xfrm>
        </p:spPr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64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283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コンテンツ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9200" y="365131"/>
            <a:ext cx="10533600" cy="5921369"/>
          </a:xfrm>
        </p:spPr>
        <p:txBody>
          <a:bodyPr l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88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904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9200" y="1090800"/>
            <a:ext cx="10533600" cy="5195700"/>
          </a:xfrm>
        </p:spPr>
        <p:txBody>
          <a:bodyPr l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29200" y="365131"/>
            <a:ext cx="10533600" cy="728889"/>
          </a:xfrm>
          <a:prstGeom prst="rect">
            <a:avLst/>
          </a:prstGeom>
        </p:spPr>
        <p:txBody>
          <a:bodyPr vert="horz" lIns="180000" tIns="180000" rIns="180000" bIns="18000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970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29200" y="365131"/>
            <a:ext cx="10533600" cy="728889"/>
          </a:xfrm>
          <a:prstGeom prst="rect">
            <a:avLst/>
          </a:prstGeom>
        </p:spPr>
        <p:txBody>
          <a:bodyPr vert="horz" lIns="180000" tIns="180000" rIns="180000" bIns="180000" rtlCol="0" anchor="ctr">
            <a:no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29200" y="1090800"/>
            <a:ext cx="10533600" cy="5195700"/>
          </a:xfrm>
          <a:prstGeom prst="rect">
            <a:avLst/>
          </a:prstGeom>
        </p:spPr>
        <p:txBody>
          <a:bodyPr vert="horz" lIns="360000" tIns="180000" rIns="360000" bIns="180000" rtlCol="0" anchor="ctr" anchorCtr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10464801" y="6286506"/>
            <a:ext cx="1177472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338BEB56-2203-4F1F-BF95-3372EF3570AD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286506"/>
            <a:ext cx="4114800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642271" y="6286506"/>
            <a:ext cx="522516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344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kumimoji="1" sz="3200" b="1" kern="1200" baseline="0">
          <a:solidFill>
            <a:srgbClr val="00668A"/>
          </a:solidFill>
          <a:latin typeface="游ゴシック" panose="020B0400000000000000" pitchFamily="50" charset="-128"/>
          <a:ea typeface="游ゴシック" panose="020B0400000000000000" pitchFamily="50" charset="-128"/>
          <a:cs typeface="+mj-cs"/>
        </a:defRPr>
      </a:lvl1pPr>
    </p:titleStyle>
    <p:bodyStyle>
      <a:lvl1pPr marL="228589" indent="-228589" algn="just" defTabSz="914354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•"/>
        <a:defRPr kumimoji="1" sz="2800" b="0" kern="1200" baseline="0">
          <a:solidFill>
            <a:schemeClr val="tx1"/>
          </a:solidFill>
          <a:latin typeface="Segoe UI" panose="020B0502040204020203" pitchFamily="34" charset="0"/>
          <a:ea typeface="+mj-ea"/>
          <a:cs typeface="Calibri" panose="020F0502020204030204" pitchFamily="34" charset="0"/>
        </a:defRPr>
      </a:lvl1pPr>
      <a:lvl2pPr marL="685766" indent="-228589" algn="just" defTabSz="914354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游ゴシック" panose="020B0400000000000000" pitchFamily="50" charset="-128"/>
        <a:buChar char="­"/>
        <a:defRPr kumimoji="1" sz="2800" b="0" kern="1200" baseline="0">
          <a:solidFill>
            <a:schemeClr val="tx1"/>
          </a:solidFill>
          <a:latin typeface="Segoe UI" panose="020B0502040204020203" pitchFamily="34" charset="0"/>
          <a:ea typeface="+mj-ea"/>
          <a:cs typeface="Calibri" panose="020F0502020204030204" pitchFamily="34" charset="0"/>
        </a:defRPr>
      </a:lvl2pPr>
      <a:lvl3pPr marL="1142942" indent="-228589" algn="just" defTabSz="91435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游ゴシック" panose="020B0400000000000000" pitchFamily="50" charset="-128"/>
        <a:buChar char="­"/>
        <a:defRPr kumimoji="1" sz="2400" b="0" kern="1200" baseline="0">
          <a:solidFill>
            <a:schemeClr val="tx1"/>
          </a:solidFill>
          <a:latin typeface="Segoe UI" panose="020B0502040204020203" pitchFamily="34" charset="0"/>
          <a:ea typeface="+mj-ea"/>
          <a:cs typeface="Calibri" panose="020F0502020204030204" pitchFamily="34" charset="0"/>
        </a:defRPr>
      </a:lvl3pPr>
      <a:lvl4pPr marL="1600120" indent="-228589" algn="just" defTabSz="91435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游ゴシック" panose="020B0400000000000000" pitchFamily="50" charset="-128"/>
        <a:buChar char="­"/>
        <a:defRPr kumimoji="1" sz="2400" b="0" kern="1200" baseline="0">
          <a:solidFill>
            <a:schemeClr val="tx1"/>
          </a:solidFill>
          <a:latin typeface="Segoe UI" panose="020B0502040204020203" pitchFamily="34" charset="0"/>
          <a:ea typeface="+mj-ea"/>
          <a:cs typeface="Calibri" panose="020F0502020204030204" pitchFamily="34" charset="0"/>
        </a:defRPr>
      </a:lvl4pPr>
      <a:lvl5pPr marL="2057298" indent="-228589" algn="just" defTabSz="91435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游ゴシック" panose="020B0400000000000000" pitchFamily="50" charset="-128"/>
        <a:buChar char="­"/>
        <a:defRPr kumimoji="1" sz="2400" b="0" kern="1200" baseline="0">
          <a:solidFill>
            <a:schemeClr val="tx1"/>
          </a:solidFill>
          <a:latin typeface="Segoe UI" panose="020B0502040204020203" pitchFamily="34" charset="0"/>
          <a:ea typeface="+mj-ea"/>
          <a:cs typeface="Calibri" panose="020F050202020403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42B36A7-589C-5DA8-8430-CBA2EFA0B004}"/>
              </a:ext>
            </a:extLst>
          </p:cNvPr>
          <p:cNvGrpSpPr/>
          <p:nvPr/>
        </p:nvGrpSpPr>
        <p:grpSpPr>
          <a:xfrm>
            <a:off x="829195" y="1339022"/>
            <a:ext cx="5190603" cy="4702482"/>
            <a:chOff x="829194" y="1203558"/>
            <a:chExt cx="5190603" cy="4702482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1D1E231E-1797-CA20-9C86-3024590E985F}"/>
                </a:ext>
              </a:extLst>
            </p:cNvPr>
            <p:cNvCxnSpPr>
              <a:cxnSpLocks/>
              <a:stCxn id="16" idx="2"/>
              <a:endCxn id="14" idx="0"/>
            </p:cNvCxnSpPr>
            <p:nvPr/>
          </p:nvCxnSpPr>
          <p:spPr>
            <a:xfrm>
              <a:off x="3424495" y="2663243"/>
              <a:ext cx="1512466" cy="1783112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6640DBDE-CC38-8B91-9FE2-F211FF4CE21D}"/>
                </a:ext>
              </a:extLst>
            </p:cNvPr>
            <p:cNvGrpSpPr/>
            <p:nvPr/>
          </p:nvGrpSpPr>
          <p:grpSpPr>
            <a:xfrm>
              <a:off x="829194" y="1203558"/>
              <a:ext cx="5190603" cy="4702482"/>
              <a:chOff x="829194" y="1203558"/>
              <a:chExt cx="5190603" cy="4702482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F0E6FF7A-FA6F-D8D5-0775-7651F29B1173}"/>
                  </a:ext>
                </a:extLst>
              </p:cNvPr>
              <p:cNvGrpSpPr/>
              <p:nvPr/>
            </p:nvGrpSpPr>
            <p:grpSpPr>
              <a:xfrm>
                <a:off x="829194" y="1203558"/>
                <a:ext cx="5190603" cy="4702482"/>
                <a:chOff x="829200" y="1203558"/>
                <a:chExt cx="5190603" cy="4702482"/>
              </a:xfrm>
            </p:grpSpPr>
            <p:grpSp>
              <p:nvGrpSpPr>
                <p:cNvPr id="7" name="グループ化 6">
                  <a:extLst>
                    <a:ext uri="{FF2B5EF4-FFF2-40B4-BE49-F238E27FC236}">
                      <a16:creationId xmlns:a16="http://schemas.microsoft.com/office/drawing/2014/main" id="{0EBD3A4D-4DE8-183D-871E-C52F7D2A1F88}"/>
                    </a:ext>
                  </a:extLst>
                </p:cNvPr>
                <p:cNvGrpSpPr/>
                <p:nvPr/>
              </p:nvGrpSpPr>
              <p:grpSpPr>
                <a:xfrm>
                  <a:off x="829200" y="1203558"/>
                  <a:ext cx="5190603" cy="4702482"/>
                  <a:chOff x="829195" y="936342"/>
                  <a:chExt cx="5190603" cy="4702482"/>
                </a:xfrm>
              </p:grpSpPr>
              <p:grpSp>
                <p:nvGrpSpPr>
                  <p:cNvPr id="9" name="グループ化 8">
                    <a:extLst>
                      <a:ext uri="{FF2B5EF4-FFF2-40B4-BE49-F238E27FC236}">
                        <a16:creationId xmlns:a16="http://schemas.microsoft.com/office/drawing/2014/main" id="{EFEA7643-3755-20E3-5334-004350E3EA23}"/>
                      </a:ext>
                    </a:extLst>
                  </p:cNvPr>
                  <p:cNvGrpSpPr/>
                  <p:nvPr/>
                </p:nvGrpSpPr>
                <p:grpSpPr>
                  <a:xfrm>
                    <a:off x="1912031" y="936342"/>
                    <a:ext cx="2691776" cy="3242797"/>
                    <a:chOff x="1912033" y="834104"/>
                    <a:chExt cx="2691776" cy="3242797"/>
                  </a:xfrm>
                </p:grpSpPr>
                <p:sp>
                  <p:nvSpPr>
                    <p:cNvPr id="16" name="正方形/長方形 15">
                      <a:extLst>
                        <a:ext uri="{FF2B5EF4-FFF2-40B4-BE49-F238E27FC236}">
                          <a16:creationId xmlns:a16="http://schemas.microsoft.com/office/drawing/2014/main" id="{AD9A8DB0-4B00-88C7-E1F2-8CA380ACE2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45187" y="834104"/>
                      <a:ext cx="2358622" cy="1459685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accent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uLnTx/>
                          <a:uFillTx/>
                          <a:latin typeface="Segoe UI"/>
                          <a:ea typeface="游ゴシック"/>
                          <a:cs typeface="+mn-cs"/>
                        </a:rPr>
                        <a:t>友人と来ている（交絡因子）</a:t>
                      </a:r>
                    </a:p>
                  </p:txBody>
                </p:sp>
                <p:cxnSp>
                  <p:nvCxnSpPr>
                    <p:cNvPr id="17" name="直線矢印コネクタ 16">
                      <a:extLst>
                        <a:ext uri="{FF2B5EF4-FFF2-40B4-BE49-F238E27FC236}">
                          <a16:creationId xmlns:a16="http://schemas.microsoft.com/office/drawing/2014/main" id="{B8D68F0E-B474-8523-10EC-3CEB6D5F5A5A}"/>
                        </a:ext>
                      </a:extLst>
                    </p:cNvPr>
                    <p:cNvCxnSpPr>
                      <a:cxnSpLocks/>
                      <a:stCxn id="16" idx="2"/>
                      <a:endCxn id="13" idx="0"/>
                    </p:cNvCxnSpPr>
                    <p:nvPr/>
                  </p:nvCxnSpPr>
                  <p:spPr>
                    <a:xfrm flipH="1">
                      <a:off x="1912033" y="2293789"/>
                      <a:ext cx="1512465" cy="1783112"/>
                    </a:xfrm>
                    <a:prstGeom prst="straightConnector1">
                      <a:avLst/>
                    </a:prstGeom>
                    <a:ln w="28575">
                      <a:solidFill>
                        <a:schemeClr val="accent2"/>
                      </a:solidFill>
                      <a:headEnd type="none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" name="グループ化 9">
                    <a:extLst>
                      <a:ext uri="{FF2B5EF4-FFF2-40B4-BE49-F238E27FC236}">
                        <a16:creationId xmlns:a16="http://schemas.microsoft.com/office/drawing/2014/main" id="{A87E3D4E-7FFC-AA32-52C1-EBBA0B7EA3F6}"/>
                      </a:ext>
                    </a:extLst>
                  </p:cNvPr>
                  <p:cNvGrpSpPr/>
                  <p:nvPr/>
                </p:nvGrpSpPr>
                <p:grpSpPr>
                  <a:xfrm>
                    <a:off x="829195" y="2956947"/>
                    <a:ext cx="5190603" cy="2681877"/>
                    <a:chOff x="829196" y="473954"/>
                    <a:chExt cx="5190603" cy="2681877"/>
                  </a:xfrm>
                </p:grpSpPr>
                <p:grpSp>
                  <p:nvGrpSpPr>
                    <p:cNvPr id="11" name="グループ化 10">
                      <a:extLst>
                        <a:ext uri="{FF2B5EF4-FFF2-40B4-BE49-F238E27FC236}">
                          <a16:creationId xmlns:a16="http://schemas.microsoft.com/office/drawing/2014/main" id="{BA4C1635-D7ED-F70F-C7B5-905F46A590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196" y="1696146"/>
                      <a:ext cx="5190603" cy="1459685"/>
                      <a:chOff x="829198" y="1593908"/>
                      <a:chExt cx="5190603" cy="1459685"/>
                    </a:xfrm>
                  </p:grpSpPr>
                  <p:sp>
                    <p:nvSpPr>
                      <p:cNvPr id="13" name="正方形/長方形 12">
                        <a:extLst>
                          <a:ext uri="{FF2B5EF4-FFF2-40B4-BE49-F238E27FC236}">
                            <a16:creationId xmlns:a16="http://schemas.microsoft.com/office/drawing/2014/main" id="{DCA1E394-BC1C-9FDC-1F55-6B53F49EBB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9198" y="1593908"/>
                        <a:ext cx="2165672" cy="145968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ja-JP" altLang="en-US" sz="2400" dirty="0">
                            <a:solidFill>
                              <a:srgbClr val="292929"/>
                            </a:solidFill>
                            <a:latin typeface="Segoe UI"/>
                            <a:ea typeface="游ゴシック"/>
                          </a:rPr>
                          <a:t>長居する</a:t>
                        </a:r>
                        <a:endParaRPr kumimoji="1" lang="ja-JP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uLnTx/>
                          <a:uFillTx/>
                          <a:latin typeface="Segoe UI"/>
                          <a:ea typeface="游ゴシック"/>
                          <a:cs typeface="+mn-cs"/>
                        </a:endParaRPr>
                      </a:p>
                    </p:txBody>
                  </p:sp>
                  <p:sp>
                    <p:nvSpPr>
                      <p:cNvPr id="14" name="正方形/長方形 13">
                        <a:extLst>
                          <a:ext uri="{FF2B5EF4-FFF2-40B4-BE49-F238E27FC236}">
                            <a16:creationId xmlns:a16="http://schemas.microsoft.com/office/drawing/2014/main" id="{86D964E8-C7EF-F2C4-DE90-9D55AF70B4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4129" y="1593908"/>
                        <a:ext cx="2165672" cy="145968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ja-JP" altLang="en-US" sz="2400" dirty="0">
                            <a:solidFill>
                              <a:srgbClr val="292929"/>
                            </a:solidFill>
                            <a:latin typeface="Segoe UI"/>
                            <a:ea typeface="游ゴシック"/>
                          </a:rPr>
                          <a:t>注文が多い</a:t>
                        </a:r>
                        <a:endParaRPr kumimoji="1" lang="ja-JP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uLnTx/>
                          <a:uFillTx/>
                          <a:latin typeface="Segoe UI"/>
                          <a:ea typeface="游ゴシック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5" name="直線矢印コネクタ 14">
                        <a:extLst>
                          <a:ext uri="{FF2B5EF4-FFF2-40B4-BE49-F238E27FC236}">
                            <a16:creationId xmlns:a16="http://schemas.microsoft.com/office/drawing/2014/main" id="{85469243-A68F-128E-1157-40C8EE98E348}"/>
                          </a:ext>
                        </a:extLst>
                      </p:cNvPr>
                      <p:cNvCxnSpPr>
                        <a:cxnSpLocks/>
                        <a:stCxn id="13" idx="3"/>
                        <a:endCxn id="14" idx="1"/>
                      </p:cNvCxnSpPr>
                      <p:nvPr/>
                    </p:nvCxnSpPr>
                    <p:spPr>
                      <a:xfrm>
                        <a:off x="2994870" y="2323751"/>
                        <a:ext cx="859259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accent2"/>
                        </a:solidFill>
                        <a:prstDash val="dash"/>
                        <a:headEnd type="none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2" name="正方形/長方形 11">
                      <a:extLst>
                        <a:ext uri="{FF2B5EF4-FFF2-40B4-BE49-F238E27FC236}">
                          <a16:creationId xmlns:a16="http://schemas.microsoft.com/office/drawing/2014/main" id="{FD62B788-C39B-64D6-A00C-5D8899FF6B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20971" y="473954"/>
                      <a:ext cx="2273902" cy="733315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000" dirty="0">
                          <a:solidFill>
                            <a:srgbClr val="292929"/>
                          </a:solidFill>
                          <a:latin typeface="Segoe UI"/>
                          <a:ea typeface="游ゴシック"/>
                        </a:rPr>
                        <a:t>まとめて購入する</a:t>
                      </a:r>
                      <a:endParaRPr kumimoji="1" lang="ja-JP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uLnTx/>
                        <a:uFillTx/>
                        <a:latin typeface="Segoe UI"/>
                        <a:ea typeface="游ゴシック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B439DC7E-1AD1-AE13-AD84-2D27AD8D1744}"/>
                    </a:ext>
                  </a:extLst>
                </p:cNvPr>
                <p:cNvSpPr/>
                <p:nvPr/>
              </p:nvSpPr>
              <p:spPr>
                <a:xfrm>
                  <a:off x="2341668" y="4931759"/>
                  <a:ext cx="2165672" cy="48887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ja-JP" altLang="en-US" sz="4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Segoe UI"/>
                      <a:ea typeface="游ゴシック"/>
                      <a:cs typeface="+mn-cs"/>
                    </a:rPr>
                    <a:t>？</a:t>
                  </a:r>
                </a:p>
              </p:txBody>
            </p:sp>
          </p:grp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63F4E584-394F-483F-BEB4-3E6EC6791D25}"/>
                  </a:ext>
                </a:extLst>
              </p:cNvPr>
              <p:cNvSpPr/>
              <p:nvPr/>
            </p:nvSpPr>
            <p:spPr>
              <a:xfrm>
                <a:off x="1068636" y="3203493"/>
                <a:ext cx="2259384" cy="77465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ja-JP" altLang="en-US" sz="2000" dirty="0">
                    <a:solidFill>
                      <a:srgbClr val="292929"/>
                    </a:solidFill>
                    <a:latin typeface="Segoe UI"/>
                    <a:ea typeface="游ゴシック"/>
                  </a:rPr>
                  <a:t>色々と</a:t>
                </a:r>
                <a:r>
                  <a:rPr kumimoji="1" lang="ja-JP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929"/>
                    </a:solidFill>
                    <a:effectLst/>
                    <a:uLnTx/>
                    <a:uFillTx/>
                    <a:latin typeface="Segoe UI"/>
                    <a:ea typeface="游ゴシック"/>
                    <a:cs typeface="+mn-cs"/>
                  </a:rPr>
                  <a:t>喋りたい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457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9098351-38A7-C854-9498-A5A9D7BB4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921" y="1150359"/>
            <a:ext cx="2743583" cy="3896269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934203AB-8C0A-54AF-726C-4179878EF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10" y="1947656"/>
            <a:ext cx="7354326" cy="296268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C2FC983-48A8-809C-C0A6-C2FD0ABBF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442" y="1871445"/>
            <a:ext cx="6735115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57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DDDCB14-AFD7-FE3D-965B-9AB5ABE5CE4B}"/>
              </a:ext>
            </a:extLst>
          </p:cNvPr>
          <p:cNvGrpSpPr/>
          <p:nvPr/>
        </p:nvGrpSpPr>
        <p:grpSpPr>
          <a:xfrm>
            <a:off x="828675" y="2862073"/>
            <a:ext cx="10534650" cy="3335528"/>
            <a:chOff x="828675" y="2862073"/>
            <a:chExt cx="10534650" cy="3335528"/>
          </a:xfrm>
        </p:grpSpPr>
        <p:graphicFrame>
          <p:nvGraphicFramePr>
            <p:cNvPr id="2" name="コンテンツ プレースホルダー 9">
              <a:extLst>
                <a:ext uri="{FF2B5EF4-FFF2-40B4-BE49-F238E27FC236}">
                  <a16:creationId xmlns:a16="http://schemas.microsoft.com/office/drawing/2014/main" id="{308B0134-8DBE-4B35-7249-452AF028909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17148022"/>
                </p:ext>
              </p:extLst>
            </p:nvPr>
          </p:nvGraphicFramePr>
          <p:xfrm>
            <a:off x="828675" y="2862073"/>
            <a:ext cx="5191125" cy="333552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3" name="コンテンツ プレースホルダー 12">
              <a:extLst>
                <a:ext uri="{FF2B5EF4-FFF2-40B4-BE49-F238E27FC236}">
                  <a16:creationId xmlns:a16="http://schemas.microsoft.com/office/drawing/2014/main" id="{F28F9C98-F5D0-D2DD-E9D2-1D04C85052F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35203663"/>
                </p:ext>
              </p:extLst>
            </p:nvPr>
          </p:nvGraphicFramePr>
          <p:xfrm>
            <a:off x="6172200" y="2862073"/>
            <a:ext cx="5191125" cy="333552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3230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556A544-22A9-5B80-6B2D-8654149BA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880"/>
            <a:ext cx="12192000" cy="577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96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48A6214-7CB8-3654-52A6-D78FE82F4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812" y="2252498"/>
            <a:ext cx="4296375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0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D17DE45-382D-5C2D-0BB3-7A9F54230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866" y="2276314"/>
            <a:ext cx="3534268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04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CB83ECA-7FA8-2A7E-AA95-4D0EB44D0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576" y="2381104"/>
            <a:ext cx="3924848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8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26E9B5F-651F-6C26-05E8-A17A06A7D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875943"/>
            <a:ext cx="7668695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90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09C53E1-11CF-5D8B-63F1-0E84B55F4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2" y="267129"/>
            <a:ext cx="4887007" cy="288647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8E77446-9656-5F49-FA81-989511050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649" y="3310766"/>
            <a:ext cx="4334480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83316"/>
      </p:ext>
    </p:extLst>
  </p:cSld>
  <p:clrMapOvr>
    <a:masterClrMapping/>
  </p:clrMapOvr>
</p:sld>
</file>

<file path=ppt/theme/theme1.xml><?xml version="1.0" encoding="utf-8"?>
<a:theme xmlns:a="http://schemas.openxmlformats.org/drawingml/2006/main" name="handout">
  <a:themeElements>
    <a:clrScheme name="ユーザー定義 1">
      <a:dk1>
        <a:srgbClr val="292929"/>
      </a:dk1>
      <a:lt1>
        <a:sysClr val="window" lastClr="FFFFFF"/>
      </a:lt1>
      <a:dk2>
        <a:srgbClr val="000060"/>
      </a:dk2>
      <a:lt2>
        <a:srgbClr val="D4E5F6"/>
      </a:lt2>
      <a:accent1>
        <a:srgbClr val="1E5F9F"/>
      </a:accent1>
      <a:accent2>
        <a:srgbClr val="00668A"/>
      </a:accent2>
      <a:accent3>
        <a:srgbClr val="7EB2E6"/>
      </a:accent3>
      <a:accent4>
        <a:srgbClr val="CC9900"/>
      </a:accent4>
      <a:accent5>
        <a:srgbClr val="CC0000"/>
      </a:accent5>
      <a:accent6>
        <a:srgbClr val="339966"/>
      </a:accent6>
      <a:hlink>
        <a:srgbClr val="9454C3"/>
      </a:hlink>
      <a:folHlink>
        <a:srgbClr val="CCCCFF"/>
      </a:folHlink>
    </a:clrScheme>
    <a:fontScheme name="myfont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dout" id="{8CD05C5A-0C8F-4CA0-AB5E-033D21183966}" vid="{B374CFF6-492E-4F52-9B92-C6B2509B2AA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19926A4C099B3408C0368587ACC6DCA" ma:contentTypeVersion="4" ma:contentTypeDescription="新しいドキュメントを作成します。" ma:contentTypeScope="" ma:versionID="affc7309a2dfb5e1d1086f7d28d4c8f9">
  <xsd:schema xmlns:xsd="http://www.w3.org/2001/XMLSchema" xmlns:xs="http://www.w3.org/2001/XMLSchema" xmlns:p="http://schemas.microsoft.com/office/2006/metadata/properties" xmlns:ns3="c92ae596-f2ea-4fe5-8164-7ef5be6a5706" targetNamespace="http://schemas.microsoft.com/office/2006/metadata/properties" ma:root="true" ma:fieldsID="aad9b398109b3af73f51846e4562e877" ns3:_="">
    <xsd:import namespace="c92ae596-f2ea-4fe5-8164-7ef5be6a570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2ae596-f2ea-4fe5-8164-7ef5be6a570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1D599E-7965-4A84-83CE-FB3B4A9191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2ae596-f2ea-4fe5-8164-7ef5be6a57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D972508-A93B-4CFB-9C27-BD808F279085}">
  <ds:schemaRefs>
    <ds:schemaRef ds:uri="c92ae596-f2ea-4fe5-8164-7ef5be6a5706"/>
    <ds:schemaRef ds:uri="http://purl.org/dc/dcmitype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B851738-DD37-4E03-A76B-B763E2757B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handout</Template>
  <TotalTime>25</TotalTime>
  <Words>20</Words>
  <Application>Microsoft Office PowerPoint</Application>
  <PresentationFormat>ワイド画面</PresentationFormat>
  <Paragraphs>6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Arial</vt:lpstr>
      <vt:lpstr>Century Gothic</vt:lpstr>
      <vt:lpstr>Segoe UI</vt:lpstr>
      <vt:lpstr>handout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中村　文香</dc:creator>
  <cp:lastModifiedBy>中村　文香</cp:lastModifiedBy>
  <cp:revision>12</cp:revision>
  <dcterms:created xsi:type="dcterms:W3CDTF">2025-07-01T04:18:15Z</dcterms:created>
  <dcterms:modified xsi:type="dcterms:W3CDTF">2026-05-26T05:06:12Z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0x010100219926A4C099B3408C0368587ACC6DCA</vt:lpwstr>
  </property>
</Properties>
</file>